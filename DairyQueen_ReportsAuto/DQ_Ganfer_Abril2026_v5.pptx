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163040"/>
          </a:solidFill>
          <a:ln w="12700">
            <a:solidFill>
              <a:srgbClr val="16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Yedda.ai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Queen México — Ganfer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tiendas activas · DA07QUMX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www.yedda.ai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58368"/>
            <a:ext cx="2743200" cy="132588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459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este 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1222096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30752" y="13716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371600"/>
            <a:ext cx="901141" cy="7315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8288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828800"/>
            <a:ext cx="345643" cy="7315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TIPOS DE ALERTA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" y="2395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450592"/>
            <a:ext cx="65836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2852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2907792"/>
            <a:ext cx="250916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" y="33101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364992"/>
            <a:ext cx="207179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" y="37673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822192"/>
            <a:ext cx="172649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4592" y="42245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de caja &gt;1min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4279392"/>
            <a:ext cx="161139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224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TIENDAS CON MÁS ALERTAS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2452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Marcoplaza Tij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2452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Jurica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 Paz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Torres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Mazatlan Insurgentes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SERVICIO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avg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7920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4:03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17920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caja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07808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07808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607808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pedido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17920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17920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0:56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17920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cola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607808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07808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1:33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607808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recepción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217920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17920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217920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delivery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607808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07808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607808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cámara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Y PEOR TIENDA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17920" y="270662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alertas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09360" y="2907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Oaxaca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0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6217920" y="325526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alertas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09360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Marcoplaza Tij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772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DESTACADOS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17920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Más rápida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17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17920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1:13 min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07808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07808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Más lenta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60780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Ensenada Reforma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07808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3:04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Tiendas por KBP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2140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455 alertas 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" y="1060704"/>
            <a:ext cx="21214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Marcoplaza Tij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4592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 Paz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Marketplace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Jurica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Fresnillo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377440" y="640080"/>
            <a:ext cx="212140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336 alertas 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060704"/>
            <a:ext cx="2121408" cy="7315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0662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Xochimilco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377440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6888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06624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377440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06624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Mazatlan Insurgentes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377440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06624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Puebla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377440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6888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06624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Hampton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68880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590288" y="640080"/>
            <a:ext cx="212140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OPER.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129 alertas CO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90288" y="1060704"/>
            <a:ext cx="2121408" cy="7315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81728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19472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Torres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81728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590288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81728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1947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Lopez Mateos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4590288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81728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919472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Jurica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81728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590288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81728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91947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Morelia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81728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590288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919472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Pabellon Reforma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6803136" y="640080"/>
            <a:ext cx="2121408" cy="36576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03136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VELOCIDAD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803136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t. pedido más rápido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1060704"/>
            <a:ext cx="2121408" cy="73152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94576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1323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94576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1:13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803136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89457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323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Hampton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894576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1:14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6803136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894576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13232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Pabellon Reforma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94576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1:14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6803136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94576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132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Xochimilco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94576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6803136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894576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132320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Salinas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94576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1:22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164592" y="48463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920 notificaciones totales · 20 tiendas activas · 01 – 30 Abril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Alertas por Área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5943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944 alertas clasificadas por área · 920 alertas KBP · 20 tiendas activas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registradora y atención en mostrador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2152" y="822960"/>
            <a:ext cx="10058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9067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8503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627632"/>
            <a:ext cx="457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901952"/>
            <a:ext cx="143874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9067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8503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176272"/>
            <a:ext cx="36576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(caja)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9067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2450592"/>
            <a:ext cx="11190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9067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2724912"/>
            <a:ext cx="75134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atendido &gt;1min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8503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Store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7395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en toda la tienda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82712" y="822960"/>
            <a:ext cx="1005840" cy="3840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2279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7123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6559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627632"/>
            <a:ext cx="4572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7123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6559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33.0%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1901952"/>
            <a:ext cx="6096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6559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18304" y="2176272"/>
            <a:ext cx="36576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7123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6559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18304" y="2450592"/>
            <a:ext cx="6096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7123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6559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24912"/>
            <a:ext cx="18897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7123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6559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459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99339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repartidores a domicilio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02152" y="2926080"/>
            <a:ext cx="1005840" cy="384048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215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414223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459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9067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68503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7744" y="3730752"/>
            <a:ext cx="457200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waiting &gt;1min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09067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8503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6459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7744" y="4005072"/>
            <a:ext cx="36576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603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clothes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309067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68503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64515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3659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647395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exclusivas de Drive Thru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982712" y="2926080"/>
            <a:ext cx="1005840" cy="384048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98271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862279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4515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3659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57123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16559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64515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18304" y="3730752"/>
            <a:ext cx="457200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 [D]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7123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816559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64515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18304" y="4005072"/>
            <a:ext cx="152400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3659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[D]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7123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16559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4515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4279392"/>
            <a:ext cx="152400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3659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 [D]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7123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81655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645152" y="437083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18304" y="455371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43708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[D]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57123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8165592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645152" y="46451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18304" y="4828032"/>
            <a:ext cx="3657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736592" y="4645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 [D]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7571232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8165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Servicio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031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4:03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4592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Xochimilco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Hampton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Ensenada Reforma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5:55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Fresnillo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5:22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 Paz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1:40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3172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2331720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31720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9464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946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1:13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9464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Hampton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9464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1:14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31720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569464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Pabellon Reforma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69464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1:14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569464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Ensenada Reforma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9464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3:04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331720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69464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 Paz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69464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31720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569464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Oaxaca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694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1:58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498848" y="640080"/>
            <a:ext cx="21031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498848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0:56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98848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0:56</a:t>
            </a:r>
            <a:endParaRPr lang="en-US" sz="3800" dirty="0"/>
          </a:p>
        </p:txBody>
      </p:sp>
      <p:sp>
        <p:nvSpPr>
          <p:cNvPr id="89" name="Text 87"/>
          <p:cNvSpPr/>
          <p:nvPr/>
        </p:nvSpPr>
        <p:spPr>
          <a:xfrm>
            <a:off x="44988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498848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3659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36592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0:28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498848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736592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Hampton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736592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0:36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498848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736592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Oaxaca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736592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0:37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736592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Jurica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36592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1:13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498848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36592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Esfera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736592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1:11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498848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736592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Marcoplaza Tij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736592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665976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665976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1:33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665976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1:33</a:t>
            </a:r>
            <a:endParaRPr lang="en-US" sz="3800" dirty="0"/>
          </a:p>
        </p:txBody>
      </p:sp>
      <p:sp>
        <p:nvSpPr>
          <p:cNvPr id="128" name="Text 126"/>
          <p:cNvSpPr/>
          <p:nvPr/>
        </p:nvSpPr>
        <p:spPr>
          <a:xfrm>
            <a:off x="6665976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65976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903720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Xochimilco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903720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0:39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665976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6903720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03720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0:41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6665976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9037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Pabellon Reforma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90372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0:51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90372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Fresnillo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03720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2:37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6665976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6903720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 Paz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690372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2:12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665976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6903720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Marketplace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6903720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 alertas = 49.5% de notificaciones · Cashier Area es el principal foco de Customer Experience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Marketplace (9.1%)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Fresnillo (8.4%)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Lopez Mateos (7.3%)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Nuevo Mexicali (7.0%)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Marcoplaza Tij (6.6%)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Marcoplaza Tij (28.9%)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Jurica (15.6%)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La Paz (11.1%)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Esfera (7.8%)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Mazatlan Insurgentes (6.7%)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La Paz (25.5%)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Ensenada Reforma (14.9%)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Salinas (14.9%)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Fresnillo (6.4%)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Marketplace (6.4%)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floor &gt;3min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Marketplace (23.8%)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Salinas (19.0%)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Aguascalientes Sur (14.3%)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Esfera (14.3%)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Fresnillo (9.5%)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floor &gt;3min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334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6265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Complaining customer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2999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2999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328416"/>
            <a:ext cx="2788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3284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223760" y="33284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366760" y="332841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alertas = 36.5% de notificaciones · Alertas de caja, comportamiento y apertura/cierre de tienda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Mazatlan Insurgentes (19.3%)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Puebla (11.9%)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Aguascalientes Sur (9.2%)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Nuevo Mexicali (7.3%)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Oaxaca (6.4%)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Puebla (20.0%)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Mazatlan Insurgentes (15.7%)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Pabellon Reforma (11.4%)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Jurica (8.6%)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Morelia (8.6%)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Playas (35.0%)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Xochimilco (33.3%)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Pabellon Reforma (15.0%)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Lopez Mateos (8.3%)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Marcoplaza Tij (3.3%)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Aguascalientes Sur (16.1%)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Hampton (16.1%)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Esfera (12.9%)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Jurica (9.7%)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Marketplace (9.7%)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RC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7920" y="1133856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17043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17043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17043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1497330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153390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153390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153390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1860804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189738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754112" y="189738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57616" y="189738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2224278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260854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754112" y="2260854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357616" y="2260854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2587752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24328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54112" y="2624328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357616" y="2624328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2951226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298780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754112" y="298780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357616" y="298780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314700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35127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754112" y="335127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357616" y="335127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17920" y="3678174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09360" y="371475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PIN pad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7754112" y="371475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8357616" y="371475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217920" y="4041648"/>
            <a:ext cx="27889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4041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RC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22376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366760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Operational Compliance: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alertas = 14% de notificaciones · Personal inactivo, comportamientos anómalos y falta de cumplimiento SOP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Las Torres (20.0%)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Lopez Mateos (12.0%)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Marcoplaza Tij (8.0%)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Pabellon Reforma (8.0%)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Aguascalientes Sur (6.7%)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Jurica (13.2%)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Las Torres (10.5%)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Hampton (7.9%)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La Paz (7.9%)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Morelia (7.9%)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Morelia (20.0%)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DQ Esfera (13.3%)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DQ Lopez Mateos (13.3%)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DQ Playas (13.3%)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DQ Salinas (13.3%)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 product in clothes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DQ Ensenada Reforma (100.0%)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 product in clothes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223760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366760" y="2596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 — Waiting Time &amp; Alertas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alertas de repartidores a domicilio · Waiting Time desde que llega hasta recibir pedido · 20 tiendas con datos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194560" cy="26517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91440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avg.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459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· grupo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DE ESPERA — DELIVERY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1338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9584" y="1207008"/>
            <a:ext cx="3030550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1408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entregas dentro del umbral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1709928"/>
            <a:ext cx="407777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9584" y="19110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rango intermedio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39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676062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16.43%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958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umbral crítico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2688336"/>
            <a:ext cx="6537960" cy="32918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7157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Insight: </a:t>
            </a:r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DQ Pabellon Reforma (0:30) · Peor: DQ Esfera (4:34)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724912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75234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82496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962656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" y="299008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clothes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82496" y="29900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 3 MEJORES — Menor espera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5216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Pabellon Reforma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64992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164592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85216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64992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164592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85216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 Paz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64992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0:49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TOP 3 PEORES — Mayor espera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81728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102352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Esfera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607808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4:34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681728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102352" y="4105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Oaxaca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607808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2:46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4681728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102352" y="4544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Ensenada Reforma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607808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2:46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 — Alertas Operativas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alertas Drive Thru = 1.1% del total de alertas del grupo · Todas las alertas [D] son exclusivas de las estaciones de Drive Thru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41248"/>
            <a:ext cx="2103120" cy="402336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usando PIN pad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alertas  60.0%  del total DT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7632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1801368"/>
            <a:ext cx="1371600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Hampton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27632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2203704"/>
            <a:ext cx="685800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La Paz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27632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" y="2606040"/>
            <a:ext cx="685800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Marketplace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27632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" y="3008376"/>
            <a:ext cx="685800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27632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3108960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" y="3410712"/>
            <a:ext cx="685800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Xochimilco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27632" y="31638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77440" y="841248"/>
            <a:ext cx="2103120" cy="402336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2304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32304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alertas  20.0%  del total DT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377440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4048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77440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0592" y="1801368"/>
            <a:ext cx="1371600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0592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Aguascalientes Sur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40480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77440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50592" y="2203704"/>
            <a:ext cx="1371600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50592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Fresnillo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0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90288" y="841248"/>
            <a:ext cx="21031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45152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Cash drawer open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45152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alertas  20.0%  del total DT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90288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53328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90288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1801368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Lopez Mateos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053328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90288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2203704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Morelia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53328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03136" y="841248"/>
            <a:ext cx="2103120" cy="402336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móvil/calc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858000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alertas  0.0%  del total DT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803136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76288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266176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566160"/>
            <a:ext cx="877824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3566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delivered: 0 alertas (0.0% del total DT)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 — DRIVE THRU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6032" y="41696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PIN pad misuse [D]: 6 alertas (60.0% del total DT) — uso del PIN pad del cliente por parte del staff, riesgo de seguridad financiera.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56032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DQ Hampton concentra el mayor volumen en PIN pad y DQ Aguascalientes Sur en staff fuera de caja.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56032" y="4681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Staff fuera de caja &gt;1min [D]: 2 eventos — impacta directamente en los tiempos de espera de Drive Thru.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 Check — Análisis de Conectividad de Cámaras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alertas Cam Check en 9 tiendas · Una tienda con fallos de cámara puede registrar menos alertas sin que ello refleje mejor performance operativa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FALLO DE CÁMARA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651760" cy="9144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" y="1691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 totales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tiendas afectadas de 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157984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68296"/>
            <a:ext cx="16459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450592"/>
            <a:ext cx="265176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660904"/>
            <a:ext cx="235131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Obstructed Camera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0" y="24871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4297680"/>
            <a:ext cx="2651760" cy="548640"/>
          </a:xfrm>
          <a:prstGeom prst="rect">
            <a:avLst/>
          </a:prstGeom>
          <a:solidFill>
            <a:srgbClr val="3A2800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3251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Ojo: </a:t>
            </a:r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muchos fallos de cámara pueden mostrar menos alertas KBP, lo que NO indica mejor performance — los datos son incompletos.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ALERTAS CAM CHECK — POSICIÓN EN RANKING GENERAL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44368" y="1115568"/>
            <a:ext cx="6053328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31536" y="111556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98464" y="1115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0" y="11155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42048" y="1115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936992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44368" y="137160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389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Pabellon Reforma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3898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98464" y="13898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1389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42048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/ 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3699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44368" y="164592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Esfera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1536" y="16642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98464" y="16642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0" y="16642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42048" y="1664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 / 20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36992" y="1664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44368" y="192024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Morelia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31536" y="19385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98464" y="1938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19385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42048" y="19385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 / 20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36992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944368" y="219456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2212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Playas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31536" y="22128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98464" y="2212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83680" y="221284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242048" y="22128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 / 20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936992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944368" y="246888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Salinas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31536" y="2487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98464" y="24871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0" y="24871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242048" y="24871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/ 20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936992" y="2487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944368" y="274320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0" y="2761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Ensenada Reforma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27614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98464" y="2761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583680" y="27614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42048" y="27614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 / 20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936992" y="2761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944368" y="301752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17520" y="3035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Jurica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30358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998464" y="30358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583680" y="30358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242048" y="3035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/ 20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936992" y="30358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944368" y="329184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17520" y="3310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Marcoplaza Tij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431536" y="33101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998464" y="33101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583680" y="3310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242048" y="33101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/ 20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936992" y="33101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944368" y="356616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17520" y="3584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Marketplace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431536" y="35844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998464" y="35844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583680" y="358444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242048" y="35844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/ 20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936992" y="3584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Queen México — Ganfer — Abril 2026</dc:title>
  <dc:subject>PptxGenJS Presentation</dc:subject>
  <dc:creator>PptxGenJS</dc:creator>
  <cp:lastModifiedBy>PptxGenJS</cp:lastModifiedBy>
  <cp:revision>1</cp:revision>
  <dcterms:created xsi:type="dcterms:W3CDTF">2026-05-20T19:52:08Z</dcterms:created>
  <dcterms:modified xsi:type="dcterms:W3CDTF">2026-05-20T19:52:08Z</dcterms:modified>
</cp:coreProperties>
</file>