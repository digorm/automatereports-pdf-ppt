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474720" cy="3474720"/>
          </a:xfrm>
          <a:prstGeom prst="ellipse">
            <a:avLst/>
          </a:prstGeom>
          <a:solidFill>
            <a:srgbClr val="163040"/>
          </a:solidFill>
          <a:ln w="12700">
            <a:solidFill>
              <a:srgbClr val="163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Yedda.ai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MENSUAL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Queen México — Zamabrands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tiendas activas · DA07QUMX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www.yedda.ai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Mensual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58368"/>
            <a:ext cx="2743200" cy="132588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" y="685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2,150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64592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este 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46.1%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30752" y="676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914400"/>
            <a:ext cx="1138154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30752" y="1133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30752" y="13716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371600"/>
            <a:ext cx="849295" cy="7315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3075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Compliance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30752" y="18288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828800"/>
            <a:ext cx="481432" cy="7315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TIPOS DE ALERTA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" y="23957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2450592"/>
            <a:ext cx="65836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395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" y="28529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11680" y="2907792"/>
            <a:ext cx="621102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8529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4592" y="33101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usando móvil (caja)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3364992"/>
            <a:ext cx="459615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310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4592" y="37673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de caja &gt;1min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0" y="3822192"/>
            <a:ext cx="303453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767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4592" y="42245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0" y="4279392"/>
            <a:ext cx="267961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42245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TIENDAS CON MÁS ALERTAS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224528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ACOXPA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22452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SAN ANGEL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24528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OCEANIA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24528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ALAMEDA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22452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REFORMA 222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SERVICIO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17920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 avg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17920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3:05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217920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caja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607808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607808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1:04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607808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pedido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17920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217920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1:07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217920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cola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607808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607808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1:34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7607808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recepción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217920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217920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2:03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6217920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delivery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607808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607808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7607808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cámara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Y PEOR TIENDA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217920" y="270662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alertas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309360" y="2907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VALLEJO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772400" y="27797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2400" dirty="0"/>
          </a:p>
        </p:txBody>
      </p:sp>
      <p:sp>
        <p:nvSpPr>
          <p:cNvPr id="85" name="Shape 83"/>
          <p:cNvSpPr/>
          <p:nvPr/>
        </p:nvSpPr>
        <p:spPr>
          <a:xfrm>
            <a:off x="6217920" y="325526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09360" y="3291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alertas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309360" y="3456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ACOXPA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777240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2400" dirty="0"/>
          </a:p>
        </p:txBody>
      </p:sp>
      <p:sp>
        <p:nvSpPr>
          <p:cNvPr id="89" name="Shape 87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DESTACADOS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17920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Más rápida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21792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217920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0:43 min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607808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07808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Más lenta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607808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PALMIRA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7607808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Tiendas por KBP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2140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992 alertas 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" y="1060704"/>
            <a:ext cx="2121408" cy="731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SAN ANGEL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4592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ACOXPA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64592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REFORMA 222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64592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ANTENAS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64592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LORETO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377440" y="640080"/>
            <a:ext cx="212140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77440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739 alertas RC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77440" y="1060704"/>
            <a:ext cx="2121408" cy="7315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68880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706624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ALAMEDA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377440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468880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706624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FORTUNA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2377440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68880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06624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PATIO REVOLUCION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68880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377440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468880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706624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SENTURA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2377440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468880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706624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OCEANIA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68880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590288" y="640080"/>
            <a:ext cx="212140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0288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OPER. COMPLIANCE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90288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419 alertas CO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90288" y="1060704"/>
            <a:ext cx="2121408" cy="7315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681728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19472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EUROPLAZA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681728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4590288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81728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919472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SAN MIGUEL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81728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4590288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681728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919472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CENTRO LAS AMERICAS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681728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4590288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681728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919472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PALMIRA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681728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2200" dirty="0"/>
          </a:p>
        </p:txBody>
      </p:sp>
      <p:sp>
        <p:nvSpPr>
          <p:cNvPr id="72" name="Shape 70"/>
          <p:cNvSpPr/>
          <p:nvPr/>
        </p:nvSpPr>
        <p:spPr>
          <a:xfrm>
            <a:off x="4590288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681728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919472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BUENAVISTA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681728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2200" dirty="0"/>
          </a:p>
        </p:txBody>
      </p:sp>
      <p:sp>
        <p:nvSpPr>
          <p:cNvPr id="76" name="Shape 74"/>
          <p:cNvSpPr/>
          <p:nvPr/>
        </p:nvSpPr>
        <p:spPr>
          <a:xfrm>
            <a:off x="6803136" y="640080"/>
            <a:ext cx="2121408" cy="36576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03136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VELOCIDAD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803136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t. pedido más rápido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803136" y="1060704"/>
            <a:ext cx="2121408" cy="73152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894576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13232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94576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0:43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6803136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894576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13232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LAS AMERICAS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894576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0:44</a:t>
            </a:r>
            <a:endParaRPr lang="en-US" sz="2200" dirty="0"/>
          </a:p>
        </p:txBody>
      </p:sp>
      <p:sp>
        <p:nvSpPr>
          <p:cNvPr id="87" name="Shape 85"/>
          <p:cNvSpPr/>
          <p:nvPr/>
        </p:nvSpPr>
        <p:spPr>
          <a:xfrm>
            <a:off x="6803136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894576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132320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ALAMEDA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894576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0:52</a:t>
            </a:r>
            <a:endParaRPr lang="en-US" sz="2200" dirty="0"/>
          </a:p>
        </p:txBody>
      </p:sp>
      <p:sp>
        <p:nvSpPr>
          <p:cNvPr id="91" name="Shape 89"/>
          <p:cNvSpPr/>
          <p:nvPr/>
        </p:nvSpPr>
        <p:spPr>
          <a:xfrm>
            <a:off x="6803136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894576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7132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GALERIAS T2000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94576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0:52</a:t>
            </a:r>
            <a:endParaRPr lang="en-US" sz="2200" dirty="0"/>
          </a:p>
        </p:txBody>
      </p:sp>
      <p:sp>
        <p:nvSpPr>
          <p:cNvPr id="95" name="Shape 93"/>
          <p:cNvSpPr/>
          <p:nvPr/>
        </p:nvSpPr>
        <p:spPr>
          <a:xfrm>
            <a:off x="6803136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6894576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7132320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KIOSCO SANTA FE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894576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0:53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164592" y="48463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2,150 notificaciones totales · 62 tiendas activas · 01 – 31 Marzo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Alertas por Área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5943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2,529 alertas clasificadas por área · 2,150 alertas KBP · 62 tiendas activas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Cashier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registradora y atención en mostrador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02152" y="822960"/>
            <a:ext cx="100584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9067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8503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627632"/>
            <a:ext cx="457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9067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901952"/>
            <a:ext cx="4846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9067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8503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2176272"/>
            <a:ext cx="33832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(caja)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9067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8503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2450592"/>
            <a:ext cx="223375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9067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8503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2724912"/>
            <a:ext cx="152835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atendido &gt;1min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9067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8503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All Store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7395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en toda la tienda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982712" y="822960"/>
            <a:ext cx="1005840" cy="38404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494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62279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4515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7123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6559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18304" y="1627632"/>
            <a:ext cx="45720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7123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6559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4515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1901952"/>
            <a:ext cx="507626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7123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6559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4515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18304" y="2176272"/>
            <a:ext cx="188259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7123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16559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4515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18304" y="2450592"/>
            <a:ext cx="218515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57123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6559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4515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18304" y="2724912"/>
            <a:ext cx="161365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57123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16559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6459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99339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repartidores a domicilio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502152" y="2926080"/>
            <a:ext cx="1005840" cy="384048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0215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414223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6459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09067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68503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459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7744" y="3730752"/>
            <a:ext cx="457200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603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waiting &gt;1min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09067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68503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64592" y="382219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37744" y="4005072"/>
            <a:ext cx="36576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6032" y="3822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packaging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3090672" y="3822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3685032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64592" y="409651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37744" y="4279392"/>
            <a:ext cx="36576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56032" y="4096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closed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3090672" y="4096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3685032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64515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73659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647395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exclusivas de Drive Thru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982712" y="2926080"/>
            <a:ext cx="1005840" cy="384048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98271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08" name="Text 106"/>
          <p:cNvSpPr/>
          <p:nvPr/>
        </p:nvSpPr>
        <p:spPr>
          <a:xfrm>
            <a:off x="862279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64515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3659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757123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816559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464515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718304" y="373075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3659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 [D]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57123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16559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645152" y="382219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18304" y="400507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36592" y="3822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[D]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571232" y="3822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8165592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645152" y="409651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18304" y="427939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36592" y="4096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 [D]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571232" y="4096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8165592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645152" y="437083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18304" y="455371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736592" y="43708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[D]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7571232" y="43708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8165592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4645152" y="46451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18304" y="482803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736592" y="4645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 [D]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7571232" y="46451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8165592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Servicio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031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3:05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64592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LAS AMERICAS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TAPACHULA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2336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4592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TEPEYAC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2336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4592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2336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BUENAVISTA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4:57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4592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2336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TEZONTLE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4:37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31720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31720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1:04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31720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1:04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2331720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31720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69464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569464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0:43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331720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569464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LAS AMERICAS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569464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0:44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331720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569464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ALAMEDA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569464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0:52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31720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569464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PALMIRA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569464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331720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569464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INDUSTRIAL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569464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331720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569464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LOMAS ESTRELLA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569464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1:17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498848" y="640080"/>
            <a:ext cx="210312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98848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498848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1:07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498848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1:07</a:t>
            </a:r>
            <a:endParaRPr lang="en-US" sz="3800" dirty="0"/>
          </a:p>
        </p:txBody>
      </p:sp>
      <p:sp>
        <p:nvSpPr>
          <p:cNvPr id="89" name="Text 87"/>
          <p:cNvSpPr/>
          <p:nvPr/>
        </p:nvSpPr>
        <p:spPr>
          <a:xfrm>
            <a:off x="4498848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498848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73659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ALAMEDA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4736592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0:38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498848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736592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4736592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0:39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498848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736592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GALERIAS METEPEC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736592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498848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736592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ANTENAS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4736592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2:35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498848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4736592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BUENAVISTA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736592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2:24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498848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736592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TEPEYAC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4736592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2:06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6665976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65976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665976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665976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1:34</a:t>
            </a:r>
            <a:endParaRPr lang="en-US" sz="3800" dirty="0"/>
          </a:p>
        </p:txBody>
      </p:sp>
      <p:sp>
        <p:nvSpPr>
          <p:cNvPr id="128" name="Text 126"/>
          <p:cNvSpPr/>
          <p:nvPr/>
        </p:nvSpPr>
        <p:spPr>
          <a:xfrm>
            <a:off x="6665976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6665976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6903720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TAPACHULA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6903720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0:36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6665976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6903720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LAS AMERICAS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6903720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6665976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4" name="Text 142"/>
          <p:cNvSpPr/>
          <p:nvPr/>
        </p:nvSpPr>
        <p:spPr>
          <a:xfrm>
            <a:off x="690372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JUAREZ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6903720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0:51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6665976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6903720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SANTA FE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6903720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2:52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6665976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6" name="Text 154"/>
          <p:cNvSpPr/>
          <p:nvPr/>
        </p:nvSpPr>
        <p:spPr>
          <a:xfrm>
            <a:off x="6903720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TEZONTLE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6903720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2:49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6665976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1" name="Text 159"/>
          <p:cNvSpPr/>
          <p:nvPr/>
        </p:nvSpPr>
        <p:spPr>
          <a:xfrm>
            <a:off x="6903720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BUENAVISTA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6903720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 alertas = 46.1% de notificaciones · Cashier Area es el principal foco de Customer Experience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SAN ANGEL (8.9%)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ACOXPA (7.5%)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COSMOPOL (5.1%)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REFORMA 222 (4.9%)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GALERIAS ATIZAPAN (4.6%)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SATELITE (5.1%)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DELTA (4.9%)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TEZONTLE (4.9%)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OCEANIA (4.0%)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ANTENAS (3.7%)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ACOXPA (13.2%)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REFORMA 222 (9.9%)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SAN ANGEL (9.3%)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LORETO (6.6%)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TLALNEPANTLA (6.0%)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PLAZA REAL (9.4%)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TEZONTLE (9.4%)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ANTENAS (5.1%)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MINATITLAN (5.1%)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OCEANIA (4.3%)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267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267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259689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floor &gt;3min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754112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357616" y="26334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2962656"/>
            <a:ext cx="27889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29626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7223760" y="29626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8366760" y="296265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739 alertas = 34.4% de notificaciones · Alertas de caja, comportamiento y apertura/cierre de tienda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ALAMEDA (8.9%)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COMITAN (4.6%)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LOMAS VERDES (4.6%)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PORTAL CENTRO (4.6%)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KIOSCO SANTA FE (4.2%)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PATIO REVOLUCION (5.8%)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PALENQUE (5.3%)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SENDERO TOLUCA (5.3%)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VILLA COAPA (5.3%)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GALERIAS ATIZAPAN (4.7%)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ALAMEDA (14.7%)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TEPEYAC (11.8%)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OCEANIA (10.8%)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JUAREZ (4.9%)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COATZACOALCOS (3.9%)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KIOSCO MUNDO E (13.8%)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COATZACOALCOS (6.2%)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TAPACHULA (6.2%)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CRYSTAL (4.6%)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FORTUNA (4.6%)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RC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7920" y="1133856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17043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17043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17043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1497330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390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153390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153390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1860804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89738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189738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189738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224278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260854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260854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260854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2587752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624328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754112" y="2624328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357616" y="2624328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2951226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298780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754112" y="298780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357616" y="298780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3314700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09360" y="335127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754112" y="335127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8357616" y="335127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217920" y="3678174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09360" y="371475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7754112" y="371475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8357616" y="371475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217920" y="4041648"/>
            <a:ext cx="27889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09360" y="4041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RC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7223760" y="4041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739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8366760" y="40416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Operational Compliance: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 alertas = 19.5% de notificaciones · Personal inactivo, comportamientos anómalos y falta de cumplimiento SOP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PALMIRA (6.4%)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EUROPLAZA (6.0%)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PLAZA REAL (4.8%)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SAMARA SHOP (4.8%)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GALERIAS METEPEC (4.4%)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BUENAVISTA (9.6%)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SAN MIGUEL (8.1%)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COSMOPOL (7.4%)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UNIVERSIDAD (5.1%)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27 DE FEBRERO (4.4%)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SAN MIGUEL (9.4%)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CENTRO LAS AMERICAS (6.3%)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COSMOPOL (6.3%)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CUICUILCO (6.3%)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GALERIAS CAMPECHE (6.3%)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closed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27 DE FEBRERO (100.0%)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2267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closed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2267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2596896"/>
            <a:ext cx="27889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223760" y="2596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366760" y="25968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 — Waiting Time &amp; Alertas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= alertas de repartidores a domicilio · Waiting Time desde que llega hasta recibir pedido · 54 tiendas con datos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194560" cy="265176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" y="91440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avg.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15179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64592" y="2231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· grupo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TIEMPOS DE ESPERA — DELIVERY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1338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9584" y="1207008"/>
            <a:ext cx="91440" cy="1828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33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9584" y="14081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entregas dentro del umbral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6367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9584" y="1709928"/>
            <a:ext cx="9144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636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9584" y="19110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rango intermedio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21396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9584" y="2212848"/>
            <a:ext cx="91440" cy="182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1396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29584" y="24140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umbral crítico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2688336"/>
            <a:ext cx="6537960" cy="32918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715768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Insight: </a:t>
            </a:r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DQ TOWN SQUARE (0:20) · Peor: DQ COMITAN (12:26)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solidFill>
            <a:srgbClr val="5A3080"/>
          </a:solidFill>
          <a:ln w="12700">
            <a:solidFill>
              <a:srgbClr val="5A3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4592" y="2724912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75234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82496" y="27523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962656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" y="299008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packaging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82496" y="29900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200400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" y="322783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closed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682496" y="32278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TOP 3 MEJORES — Menor espera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64592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85216" y="3666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TOWN SQUARE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364992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164592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85216" y="4105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ALAMEDA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364992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0:31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164592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85216" y="4544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PARQUE TOREO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364992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0:38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TOP 3 PEORES — Mayor espera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81728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102352" y="3666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COMITAN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607808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12:26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4681728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102352" y="41056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CENTRO LAS AMERICAS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607808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3:36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4681728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5102352" y="4544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TEZONTLE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607808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3:28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 — Alertas Operativas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Drive Thru = 0.0% del total de alertas del grupo · Todas las alertas [D] son exclusivas de las estaciones de Drive Thru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41248"/>
            <a:ext cx="2103120" cy="402336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usando PIN pad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--  del total DT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4592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27632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77440" y="841248"/>
            <a:ext cx="2103120" cy="402336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 &gt;1min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32304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--  del total DT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77440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40480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90288" y="841248"/>
            <a:ext cx="2103120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Cash drawer open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45152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--  del total DT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90288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53328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03136" y="841248"/>
            <a:ext cx="2103120" cy="402336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móvil/calc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--  del total DT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803136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66176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3566160"/>
            <a:ext cx="877824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66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Receipt not delivered: 0 alertas (-- del total DT)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 — DRIVE THRU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6032" y="41696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PIN pad misuse [D]: 0 alertas (-- del total DT) — uso del PIN pad del cliente por parte del staff, riesgo de seguridad financiera.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6032" y="44256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Sin concentración de alertas DT significativa en este grupo.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6032" y="46817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Staff fuera de caja &gt;1min [D]: 0 eventos — impacta directamente en los tiempos de espera de Drive Thru.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 Check — Análisis de Conectividad de Cámaras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31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 alertas Cam Check en 57 tiendas · Una tienda con fallos de cámara puede registrar menos alertas sin que ello refleje mejor performance operativa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FALLO DE CÁMARA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115568"/>
            <a:ext cx="2651760" cy="9144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64592" y="1691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 totales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tiendas afectadas de 62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2157984"/>
            <a:ext cx="2651760" cy="2743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368296"/>
            <a:ext cx="164592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Connection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21945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450592"/>
            <a:ext cx="265176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660904"/>
            <a:ext cx="54864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Obstructed Camera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248716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4297680"/>
            <a:ext cx="2651760" cy="548640"/>
          </a:xfrm>
          <a:prstGeom prst="rect">
            <a:avLst/>
          </a:prstGeom>
          <a:solidFill>
            <a:srgbClr val="3A2800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3251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Ojo: </a:t>
            </a:r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muchos fallos de cámara pueden mostrar menos alertas KBP, lo que NO indica mejor performance — los datos son incompletos.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ALERTAS CAM CHECK — POSICIÓN EN RANKING GENERAL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44368" y="1115568"/>
            <a:ext cx="6053328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1115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31536" y="111556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98464" y="1115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111556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242048" y="1115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936992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944368" y="1371600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1389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UNIVERSIDAD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31536" y="13898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98464" y="13898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13898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42048" y="1389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#36 / 62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36992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44368" y="1627632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1645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SENDERO TOLUCA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31536" y="164592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98464" y="1645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0" y="16459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42048" y="16459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#27 / 62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36992" y="1645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944368" y="1883664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1901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CUICUILCO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31536" y="19019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98464" y="1901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190195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42048" y="1901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#21 / 62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36992" y="1901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944368" y="2139696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TEZONTLE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31536" y="215798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98464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83680" y="215798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242048" y="2157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 / 62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936992" y="21579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944368" y="2395728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0" y="2414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SATELITE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431536" y="24140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98464" y="2414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83680" y="241401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242048" y="24140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#40 / 62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936992" y="24140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944368" y="2651760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1752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TAPACHULA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26700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998464" y="26700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583680" y="26700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242048" y="26700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#32 / 62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936992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944368" y="2907792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017520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CRYSTAL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292608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998464" y="2926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583680" y="29260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242048" y="29260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#20 / 62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936992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944368" y="3163824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17520" y="3182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GALERIAS ATIZAPAN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431536" y="318211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998464" y="31821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583680" y="31821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242048" y="3182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 / 62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936992" y="31821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944368" y="3419856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17520" y="34381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LOMAS VERDES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431536" y="34381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998464" y="34381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6583680" y="343814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242048" y="34381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 / 62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7936992" y="3438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944368" y="3675888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017520" y="3694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MIYANA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431536" y="3694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5998464" y="3694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583680" y="369417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7242048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#38 / 62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936992" y="3694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944368" y="3931920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01752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OCEANIA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431536" y="39502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5998464" y="3950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583680" y="39502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242048" y="3950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/ 62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7936992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2944368" y="4187952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017520" y="4206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TLALNEPANTLA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5431536" y="42062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5998464" y="4206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6583680" y="420624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7242048" y="42062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#28 / 62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936992" y="4206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944368" y="4443984"/>
            <a:ext cx="6053328" cy="23774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017520" y="4462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ALAMEDA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5431536" y="44622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998464" y="44622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583680" y="446227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7242048" y="44622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/ 62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7936992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2944368" y="4700016"/>
            <a:ext cx="6053328" cy="23774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017520" y="47183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ANTENAS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5431536" y="47183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5998464" y="47183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6583680" y="471830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7242048" y="47183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/ 62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7936992" y="4718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Dairy Queen México — Zamabrands — Marzo 2026</dc:title>
  <dc:subject>PptxGenJS Presentation</dc:subject>
  <dc:creator>PptxGenJS</dc:creator>
  <cp:lastModifiedBy>PptxGenJS</cp:lastModifiedBy>
  <cp:revision>1</cp:revision>
  <dcterms:created xsi:type="dcterms:W3CDTF">2026-05-20T20:34:04Z</dcterms:created>
  <dcterms:modified xsi:type="dcterms:W3CDTF">2026-05-20T20:34:04Z</dcterms:modified>
</cp:coreProperties>
</file>