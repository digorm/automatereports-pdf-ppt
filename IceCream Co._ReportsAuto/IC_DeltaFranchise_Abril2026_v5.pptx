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163040"/>
          </a:solidFill>
          <a:ln w="12700">
            <a:solidFill>
              <a:srgbClr val="16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Yedda.ai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Queen México — Peninsula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tiendas activas · DA07QUMX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www.yedda.ai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58368"/>
            <a:ext cx="2743200" cy="132588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459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este 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846826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30752" y="13716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371600"/>
            <a:ext cx="1424544" cy="7315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8288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828800"/>
            <a:ext cx="197510" cy="7315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TIPOS DE ALERTA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" y="2395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close sooner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450592"/>
            <a:ext cx="65836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2852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2907792"/>
            <a:ext cx="48878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" y="33101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364992"/>
            <a:ext cx="269332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" y="37673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de caja &gt;1min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822192"/>
            <a:ext cx="259357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4592" y="42245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4279392"/>
            <a:ext cx="249382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224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TIENDAS CON MÁS ALERTAS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2452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2452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SERVICIO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avg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7920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3:33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17920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caja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07808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07808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1:19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607808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pedido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17920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17920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17920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cola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607808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07808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607808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recepción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217920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17920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217920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delivery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607808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07808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607808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cámara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Y PEOR TIENDA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17920" y="270662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alertas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09360" y="2907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0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6217920" y="325526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alertas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09360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772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DESTACADOS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17920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Más rápida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17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17920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 min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07808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07808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Más lenta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60780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07808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Tiendas por KBP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2140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107 alertas 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" y="1060704"/>
            <a:ext cx="21214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4592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377440" y="640080"/>
            <a:ext cx="212140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180 alertas 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060704"/>
            <a:ext cx="2121408" cy="7315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0662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377440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6888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06624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377440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06624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377440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06624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377440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6888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06624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68880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590288" y="640080"/>
            <a:ext cx="212140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OPER.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25 alertas CO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90288" y="1060704"/>
            <a:ext cx="2121408" cy="7315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81728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19472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81728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590288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81728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1947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4590288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81728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919472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81728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590288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81728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91947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81728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590288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919472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6803136" y="640080"/>
            <a:ext cx="2121408" cy="36576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03136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VELOCIDAD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803136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t. pedido más rápido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1060704"/>
            <a:ext cx="2121408" cy="73152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94576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1323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94576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803136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89457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323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894576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1:06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6803136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894576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13232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94576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1:12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6803136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94576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132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94576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1:23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6803136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894576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132320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94576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1:27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164592" y="48463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312 notificaciones totales · 9 tiendas activas · 01 – 30 Abril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Alertas por Área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5943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alertas clasificadas por área · 312 alertas KBP · 9 tiendas activas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registradora y atención en mostrador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2152" y="822960"/>
            <a:ext cx="10058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9067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8503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627632"/>
            <a:ext cx="457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901952"/>
            <a:ext cx="251927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9067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8503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176272"/>
            <a:ext cx="205273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(caja)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9067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2450592"/>
            <a:ext cx="242596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9067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2724912"/>
            <a:ext cx="233265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atendido &gt;1min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8503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Store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7395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en toda la tienda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82712" y="822960"/>
            <a:ext cx="1005840" cy="3840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2279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7123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6559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627632"/>
            <a:ext cx="4572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7123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6559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1901952"/>
            <a:ext cx="16328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6559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18304" y="2176272"/>
            <a:ext cx="783771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7123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6559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18304" y="2450592"/>
            <a:ext cx="359229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7123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6559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24912"/>
            <a:ext cx="97971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7123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6559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459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99339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repartidores a domicilio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02152" y="2926080"/>
            <a:ext cx="1005840" cy="384048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215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414223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459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9067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68503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7744" y="3730752"/>
            <a:ext cx="457200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waiting &gt;1min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09067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8503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64515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3659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47395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exclusivas de Drive Thru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982712" y="2926080"/>
            <a:ext cx="1005840" cy="384048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8271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862279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64515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3659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57123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16559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64515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18304" y="373075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3659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 [D]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57123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816559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64515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18304" y="400507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[D]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7123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816559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64515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18304" y="427939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3659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 [D]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7123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1655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45152" y="437083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4553712"/>
            <a:ext cx="457200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36592" y="43708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[D]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7123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8165592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645152" y="46451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18304" y="482803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4645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 [D]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571232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8165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Servicio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031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3:33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4592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1:19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3172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1:19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2331720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31720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9464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946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9464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9464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1:06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31720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569464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69464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1:12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569464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9464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331720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69464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69464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1:41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31720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569464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694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1:37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498848" y="640080"/>
            <a:ext cx="21031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498848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1:10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98848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3800" dirty="0"/>
          </a:p>
        </p:txBody>
      </p:sp>
      <p:sp>
        <p:nvSpPr>
          <p:cNvPr id="89" name="Text 87"/>
          <p:cNvSpPr/>
          <p:nvPr/>
        </p:nvSpPr>
        <p:spPr>
          <a:xfrm>
            <a:off x="44988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498848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3659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36592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498848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736592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736592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1:02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498848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736592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736592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1:04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736592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36592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1:32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498848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36592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736592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1:27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498848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736592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736592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1:12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665976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665976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1:18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665976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3800" dirty="0"/>
          </a:p>
        </p:txBody>
      </p:sp>
      <p:sp>
        <p:nvSpPr>
          <p:cNvPr id="128" name="Text 126"/>
          <p:cNvSpPr/>
          <p:nvPr/>
        </p:nvSpPr>
        <p:spPr>
          <a:xfrm>
            <a:off x="6665976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65976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903720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903720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0:54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665976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6903720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03720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1:07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6665976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9037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90372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1:14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90372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03720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1:33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6665976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6903720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690372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1:32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665976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6903720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6903720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alertas = 34.3% de notificaciones · Cashier Area es el principal foco de Customer Experience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45637 DQ Playa (32.7%)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71721 DQ AV 135 (16.3%)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71977 DQ Americas (14.3%)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46241 DQ Playa Centro (12.2%)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71801 DQ Navah (10.2%)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46241 DQ Playa Centro (29.6%)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45637 DQ Playa (18.5%)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71801 DQ Navah (18.5%)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71977 DQ Americas (14.8%)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45361 DQ Torrecillas (7.4%)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46174 DQ Kabah (28.0%)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71801 DQ Navah (24.0%)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44865 DQ Xcaret (20.0%)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71721 DQ AV 135 (12.0%)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46241 DQ Playa Centro (8.0%)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71977 DQ Americas (40.0%)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45637 DQ Playa (20.0%)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46241 DQ Playa Centro (20.0%)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71721 DQ AV 135 (20.0%)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floor &gt;3min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754112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357616" y="26334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217920" y="2962656"/>
            <a:ext cx="2788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09360" y="29626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23760" y="29626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366760" y="296265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alertas = 57.7% de notificaciones · Alertas de caja, comportamiento y apertura/cierre de tienda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close sooner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46174 DQ Kabah (15.2%)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46175 DQ Huayacan (15.2%)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45361 DQ Torrecillas (13.6%)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44865 DQ Xcaret (12.1%)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45637 DQ Playa (12.1%)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46174 DQ Kabah (34.6%)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46175 DQ Huayacan (23.1%)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45361 DQ Torrecillas (19.2%)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71721 DQ AV 135 (15.4%)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71801 DQ Navah (7.7%)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71977 DQ Americas (100.0%)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46175 DQ Huayacan (40.9%)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45361 DQ Torrecillas (22.7%)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71977 DQ Americas (13.6%)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45637 DQ Playa (9.1%)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71721 DQ AV 135 (9.1%)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RC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1133856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117043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close sooner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754112" y="117043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57616" y="117043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1497330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153390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754112" y="153390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357616" y="153390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1860804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89738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89738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89738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2224278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2260854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2260854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2260854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2587752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624328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2624328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2624328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951226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98780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98780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98780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3314700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335127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335127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335127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3678174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371475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printed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371475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371475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4041648"/>
            <a:ext cx="27889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4041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RC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22376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366760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Operational Compliance: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alertas = 8% de notificaciones · Personal inactivo, comportamientos anómalos y falta de cumplimiento SOP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46175 DQ Huayacan (35.7%)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45361 DQ Torrecillas (14.3%)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44865 DQ Xcaret (7.1%)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45637 DQ Playa (7.1%)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46174 DQ Kabah (7.1%)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45361 DQ Torrecillas (28.6%)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71721 DQ AV 135 (28.6%)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45637 DQ Playa (14.3%)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46174 DQ Kabah (14.3%)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46241 DQ Playa Centro (14.3%)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44865 DQ Xcaret (25.0%)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45637 DQ Playa (25.0%)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46174 DQ Kabah (25.0%)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46175 DQ Huayacan (25.0%)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2231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223760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66760" y="22311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 — Waiting Time &amp; Alertas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alertas de repartidores a domicilio · Waiting Time desde que llega hasta recibir pedido · 9 tiendas con datos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194560" cy="26517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91440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avg.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459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· grupo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DE ESPERA — DELIVERY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1338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9584" y="1207008"/>
            <a:ext cx="3223534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1408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entregas dentro del umbral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1709928"/>
            <a:ext cx="471968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9584" y="19110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rango intermedio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39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419298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10.19%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958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umbral crítico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2688336"/>
            <a:ext cx="6537960" cy="32918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7157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Insight: </a:t>
            </a:r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71801 DQ Navah (0:31) · Peor: 45361 DQ Torrecillas (1:53)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724912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75234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82496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 3 MEJORES — Menor espera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216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64992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0:31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164592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5216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64992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0:34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64592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5216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364992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1:14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TOP 3 PEORES — Mayor espera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81728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02352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607808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1:53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4681728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102352" y="4105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607808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1:47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4681728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102352" y="4544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607808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1:43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 — Alertas Operativas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alertas Drive Thru = 0.3% del total de alertas del grupo · Todas las alertas [D] son exclusivas de las estaciones de Drive Thru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41248"/>
            <a:ext cx="2103120" cy="402336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usando PIN pad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0.0%  del total DT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7632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841248"/>
            <a:ext cx="2103120" cy="402336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 &gt;1min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32304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0.0%  del total DT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77440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90288" y="841248"/>
            <a:ext cx="21031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Cash drawer open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5152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0.0%  del total DT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90288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53328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03136" y="841248"/>
            <a:ext cx="2103120" cy="402336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móvil/calc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alertas  100.0%  del total DT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03136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66176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03136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76288" y="1801368"/>
            <a:ext cx="137160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66176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4592" y="3566160"/>
            <a:ext cx="877824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66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delivered: 0 alertas (0.0% del total DT)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 — DRIVE THRU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6032" y="41696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PIN pad misuse [D]: 0 alertas (0.0% del total DT) — uso del PIN pad del cliente por parte del staff, riesgo de seguridad financiera.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Sin concentración de alertas DT significativa en este grupo.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" y="4681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Staff fuera de caja &gt;1min [D]: 0 eventos — impacta directamente en los tiempos de espera de Drive Thru.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 Check — Análisis de Conectividad de Cámaras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alertas Cam Check en 3 tiendas · Una tienda con fallos de cámara puede registrar menos alertas sin que ello refleje mejor performance operativa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FALLO DE CÁMARA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651760" cy="9144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" y="1691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 totales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tiendas afectadas de 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157984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68296"/>
            <a:ext cx="16459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450592"/>
            <a:ext cx="265176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660904"/>
            <a:ext cx="658368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Image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24871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4297680"/>
            <a:ext cx="2651760" cy="548640"/>
          </a:xfrm>
          <a:prstGeom prst="rect">
            <a:avLst/>
          </a:prstGeom>
          <a:solidFill>
            <a:srgbClr val="3A2800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3251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Ojo: </a:t>
            </a:r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muchos fallos de cámara pueden mostrar menos alertas KBP, lo que NO indica mejor performance — los datos son incompletos.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ALERTAS CAM CHECK — POSICIÓN EN RANKING GENERAL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44368" y="1115568"/>
            <a:ext cx="6053328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31536" y="111556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98464" y="1115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11155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42048" y="1115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36992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44368" y="137160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389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3898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98464" y="13898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1389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42048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/ 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3699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44368" y="164592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1536" y="16642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98464" y="16642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0" y="16642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42048" y="1664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/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36992" y="1664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44368" y="192024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31536" y="19385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98464" y="1938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19385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42048" y="19385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/ 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36992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Queen México — Peninsula — Abril 2026</dc:title>
  <dc:subject>PptxGenJS Presentation</dc:subject>
  <dc:creator>PptxGenJS</dc:creator>
  <cp:lastModifiedBy>PptxGenJS</cp:lastModifiedBy>
  <cp:revision>1</cp:revision>
  <dcterms:created xsi:type="dcterms:W3CDTF">2026-05-20T19:52:08Z</dcterms:created>
  <dcterms:modified xsi:type="dcterms:W3CDTF">2026-05-20T19:52:08Z</dcterms:modified>
</cp:coreProperties>
</file>